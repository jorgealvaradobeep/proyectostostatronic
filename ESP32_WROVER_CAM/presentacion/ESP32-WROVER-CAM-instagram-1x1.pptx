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ESP32-WROVER-CAM junta en una sola placa un ESP32 de doble núcleo, 4 MB de PSRAM, WiFi, Bluetooth y una cámara OV2640 de 2 megapíxeles.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necesitas agregarle nada para empezar: el módulo, la memoria, la radio, el convertidor USB y la cámara ya vienen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diferencia práctica más grande frente a una ESP32-CAM clásica. Conectas el Micro-USB y cargas, como cualquier placa de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cuadro a 1600 por 1200 en RGB565 pesa 3.8 megabytes. La RAM interna del ESP32 son 520 kilobytes en total: no cabe. Por eso la PSRAM no es un lujo en una placa con cámara.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placa levanta su propio servidor web. Abres la IP desde cualquier navegador de la red y ves el video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cuatro cosas que la hacen práctica para prototipar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estos salen con la placa tal como viene, sin hardware adicional más allá de la alimentación.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detalle que arruina proyectos: montas un sensor sobre un pin de la cámara y la cámara deja de inicializar. Revisa el pinout antes de diseñar.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Placa y cámara disponibles en tostatronic.com.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463040"/>
            <a:ext cx="3108960" cy="185388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3931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5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ESP32-WROVER-CAM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4892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B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OV2640 · 2 MP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5577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WiFi, PSRAM y programación por USB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sola placa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8275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integrado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 doble núcleo, 4 MB de PSRAM, WiFi, Bluetooth y la cámara OV2640.</a:t>
            </a:r>
            <a:endParaRPr lang="en-US" sz="1700" dirty="0"/>
          </a:p>
        </p:txBody>
      </p:sp>
      <p:pic>
        <p:nvPicPr>
          <p:cNvPr id="7" name="Image 1" descr="/home/claude/wrover/img/w-pla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7772400" cy="47918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con un cable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CH340C viene integrado. Sin adaptador USB-TTL y sin puentear GPIO0 en cada carga.</a:t>
            </a:r>
            <a:endParaRPr lang="en-US" sz="1700" dirty="0"/>
          </a:p>
        </p:txBody>
      </p:sp>
      <p:pic>
        <p:nvPicPr>
          <p:cNvPr id="7" name="Image 1" descr="/home/claude/wrover/img/w-us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7772400" cy="4534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qué sirven 4 MB de PSRAM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vive el cuadro de imagen. Es lo que te deja usar la resolución completa del sensor.</a:t>
            </a:r>
            <a:endParaRPr lang="en-US" sz="1700" dirty="0"/>
          </a:p>
        </p:txBody>
      </p:sp>
      <p:pic>
        <p:nvPicPr>
          <p:cNvPr id="7" name="Image 1" descr="/home/claude/wrover/img/w-ps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17520"/>
            <a:ext cx="75438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lente al navegador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Captura, comprime y sirve el video por WiFi. Sin servidor externo.</a:t>
            </a:r>
            <a:endParaRPr lang="en-US" sz="1700" dirty="0"/>
          </a:p>
        </p:txBody>
      </p:sp>
      <p:pic>
        <p:nvPicPr>
          <p:cNvPr id="7" name="Image 1" descr="/home/claude/wrover/img/w-pipe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7772400" cy="47918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788920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3544" y="30632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4440" y="2980944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programa por USB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337560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cable Micro-USB. Sin FTDI ni puentear GPIO0.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85800" y="4325112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23544" y="4599432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4517136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MB de PSRAM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873752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de imagen a resolución completa del sensor.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5861304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544" y="6135624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4440" y="6053328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Doble núcleo a 240 MHz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6409944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núcleo captura, el otro sirve la red.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7397496"/>
            <a:ext cx="7772400" cy="1298448"/>
          </a:xfrm>
          <a:prstGeom prst="roundRect">
            <a:avLst>
              <a:gd name="adj" fmla="val 5634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3544" y="7671816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34440" y="7589520"/>
            <a:ext cx="699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WiFi, Bluetooth y antena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34440" y="7946136"/>
            <a:ext cx="6995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integrada, sin módulos extra.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Proyectos que puedes armar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85800" y="2788920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3544" y="3063240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34440" y="2980944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 WiFi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337560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por servidor web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90872" y="2788920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28616" y="3063240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39512" y="2980944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Videovigilancia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239512" y="3337560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remoto de un espacio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4626864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23544" y="4901184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34440" y="481888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Timbre inteligente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5175504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al tocar el botón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4690872" y="4626864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28616" y="4901184"/>
            <a:ext cx="182880" cy="182880"/>
          </a:xfrm>
          <a:prstGeom prst="ellipse">
            <a:avLst/>
          </a:prstGeom>
          <a:solidFill>
            <a:srgbClr val="2DD4A7"/>
          </a:solidFill>
          <a:ln w="12700">
            <a:solidFill>
              <a:srgbClr val="2DD4A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239512" y="481888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con visión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239512" y="5175504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y seguimiento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685800" y="6464808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3544" y="6739128"/>
            <a:ext cx="182880" cy="182880"/>
          </a:xfrm>
          <a:prstGeom prst="ellipse">
            <a:avLst/>
          </a:prstGeom>
          <a:solidFill>
            <a:srgbClr val="4BA8F5"/>
          </a:solidFill>
          <a:ln w="12700">
            <a:solidFill>
              <a:srgbClr val="4BA8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234440" y="665683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Time-lapse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234440" y="7013448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periódica de fotos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90872" y="6464808"/>
            <a:ext cx="3767328" cy="1600200"/>
          </a:xfrm>
          <a:prstGeom prst="roundRect">
            <a:avLst>
              <a:gd name="adj" fmla="val 4571"/>
            </a:avLst>
          </a:prstGeom>
          <a:solidFill>
            <a:srgbClr val="1A222A"/>
          </a:solidFill>
          <a:ln w="12700">
            <a:solidFill>
              <a:srgbClr val="2B353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28616" y="6739128"/>
            <a:ext cx="182880" cy="182880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39512" y="6656832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de acceso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239512" y="7013448"/>
            <a:ext cx="299008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visual de entradas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rover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4048" cy="4297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97864" y="6035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1197864" y="822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Jorge Alvarado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173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conectar nada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ocupa 14 GPIO. Flash y PSRAM se llevan otros 8 — entre ellos GPIO16 y GPIO17, que en los módulos WROVER no se pueden reutilizar.</a:t>
            </a:r>
            <a:endParaRPr lang="en-US" sz="1700" dirty="0"/>
          </a:p>
        </p:txBody>
      </p:sp>
      <p:pic>
        <p:nvPicPr>
          <p:cNvPr id="7" name="Image 1" descr="/home/claude/wrover/img/w-gp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17520"/>
            <a:ext cx="7772400" cy="43665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5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031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Captura, procesa</a:t>
            </a:r>
            <a:endParaRPr lang="en-US" sz="42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3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transmite.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por WiFi, desde una placa del tamaño de tu pulgar.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5212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tostatronic.com</a:t>
            </a:r>
            <a:endParaRPr lang="en-US" sz="3000" dirty="0"/>
          </a:p>
        </p:txBody>
      </p:sp>
      <p:pic>
        <p:nvPicPr>
          <p:cNvPr id="5" name="Image 0" descr="/home/claude/wrover/img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6309360"/>
            <a:ext cx="2651760" cy="15812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8275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Tostatronic  ·  Ing. Jorge Alvarado  ·  tostatronic.com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Tostatronic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ESP32-WROVER-CAM con cámara OV2640</dc:title>
  <dc:subject>PptxGenJS Presentation</dc:subject>
  <dc:creator>Ing. Jorge Alvarado — Tostatronic</dc:creator>
  <cp:lastModifiedBy>Ing. Jorge Alvarado — Tostatronic</cp:lastModifiedBy>
  <cp:revision>1</cp:revision>
  <dcterms:created xsi:type="dcterms:W3CDTF">2026-09-19T17:24:00Z</dcterms:created>
  <dcterms:modified xsi:type="dcterms:W3CDTF">2026-09-19T17:24:00Z</dcterms:modified>
</cp:coreProperties>
</file>