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hablamos del 74HC595: un chip que te deja controlar 8 salidas con solo 3 pines de tu microcontrolador.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LEDs se comen ocho pines. Y el ESP32 no tiene tantos libres como parece: varios están reservados para el arranque, el flash interno o el USB.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 a paralelo: entra una fila de bits, salen ocho señales simultáneas. Y cuesta menos que un LED RGB.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truco está en el latch: mientras cargas los bits las salidas no se mueven, así que no ves basura en los LEDs. Al final, un pulso de RCLK los muestra todos de golpe.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Conectas la salida QH prima de un chip a la entrada del siguiente y ya tienes 16. Otro más y son 24. Siempre con los mismos tres pines.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Donde veas muchas salidas digitales que no necesitan cambiar rapidísimo, el 595 es la respuesta barata.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error que hace que la mitad de los tutoriales de internet tengan comentarios de gente diciendo que no les funciona. El HC595 trabaja de 2 a 6 volts, así que alimentarlo a 3.3 lo resuelve sin componentes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código completo para ESP32 y ESP32-S3, los esquemáticos y la lista de materiales están en 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783080"/>
            <a:ext cx="3291840" cy="1965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434840"/>
            <a:ext cx="57241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74HC595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532120"/>
            <a:ext cx="5724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salidas</a:t>
            </a:r>
            <a:endParaRPr lang="en-US" sz="30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3 pines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7086600"/>
            <a:ext cx="5724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chip que le devuelve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GPIO a tu ESP32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1581912" y="818388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57400" y="8183880"/>
            <a:ext cx="274320" cy="27432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32888" y="818388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08376" y="818388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83864" y="8183880"/>
            <a:ext cx="274320" cy="27432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59352" y="8183880"/>
            <a:ext cx="274320" cy="27432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34840" y="818388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0328" y="8183880"/>
            <a:ext cx="274320" cy="274320"/>
          </a:xfrm>
          <a:prstGeom prst="ellipse">
            <a:avLst/>
          </a:prstGeom>
          <a:solidFill>
            <a:srgbClr val="1A222A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8915400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 por Tostatronic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923544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  ·  tostatronic.com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36576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713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914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17320"/>
            <a:ext cx="5724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te acaban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pines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606040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LED que agregas es un GPIO menos para sensores o pantallas.</a:t>
            </a:r>
            <a:endParaRPr lang="en-US" sz="1600" dirty="0"/>
          </a:p>
        </p:txBody>
      </p:sp>
      <p:pic>
        <p:nvPicPr>
          <p:cNvPr id="7" name="Image 1" descr="/home/claude/slides_img/v-proble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383280"/>
            <a:ext cx="5212080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36576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713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914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17320"/>
            <a:ext cx="5724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de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desplazamiento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651760"/>
            <a:ext cx="5724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7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mandas 8 bits uno por uno, en fila. El chip los guarda y los saca los 8 al mismo tiempo, cada uno por su propia patita.</a:t>
            </a:r>
            <a:endParaRPr lang="en-US" sz="1700" dirty="0"/>
          </a:p>
        </p:txBody>
      </p:sp>
      <p:pic>
        <p:nvPicPr>
          <p:cNvPr id="7" name="Image 1" descr="/home/claude/slides_img/v-bloq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069080"/>
            <a:ext cx="4937760" cy="5129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36576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713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914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17320"/>
            <a:ext cx="5724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señales,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ya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606040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manda el dato, SRCLK lo recorre, RCLK lo muestra.</a:t>
            </a:r>
            <a:endParaRPr lang="en-US" sz="1600" dirty="0"/>
          </a:p>
        </p:txBody>
      </p:sp>
      <p:pic>
        <p:nvPicPr>
          <p:cNvPr id="7" name="Image 1" descr="/home/claude/slides_img/v-sena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310128"/>
            <a:ext cx="4846320" cy="6483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36576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713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914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17320"/>
            <a:ext cx="5724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 sin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gastar pines</a:t>
            </a:r>
            <a:endParaRPr lang="en-US" sz="3100" dirty="0"/>
          </a:p>
        </p:txBody>
      </p:sp>
      <p:pic>
        <p:nvPicPr>
          <p:cNvPr id="6" name="Image 1" descr="/home/claude/slides_img/v-casca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788920"/>
            <a:ext cx="4206240" cy="6117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66928" y="9098280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te deja libres los GPIO buenos del ESP32: los ADC, touch, I2C y UART.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36576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713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914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17320"/>
            <a:ext cx="5724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se usa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vida real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566928" y="3429000"/>
            <a:ext cx="5724144" cy="1316736"/>
          </a:xfrm>
          <a:prstGeom prst="roundRect">
            <a:avLst>
              <a:gd name="adj" fmla="val 6250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9536" y="3758184"/>
            <a:ext cx="237744" cy="237744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52728" y="3666744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 y cubos de LED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4105656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8x8, 16x16 o un cubo 4x4x4.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5001768"/>
            <a:ext cx="5724144" cy="1316736"/>
          </a:xfrm>
          <a:prstGeom prst="roundRect">
            <a:avLst>
              <a:gd name="adj" fmla="val 6250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" y="5330952"/>
            <a:ext cx="237744" cy="237744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52728" y="5239512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de 7 segmentos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5678424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595 por cada dígito.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6574536"/>
            <a:ext cx="5724144" cy="1316736"/>
          </a:xfrm>
          <a:prstGeom prst="roundRect">
            <a:avLst>
              <a:gd name="adj" fmla="val 6250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536" y="6903720"/>
            <a:ext cx="237744" cy="237744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52728" y="681228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Bancos de relevadores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7251192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 16 cargas desde 3 pines.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" y="8147304"/>
            <a:ext cx="5724144" cy="1316736"/>
          </a:xfrm>
          <a:prstGeom prst="roundRect">
            <a:avLst>
              <a:gd name="adj" fmla="val 6250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9536" y="8476488"/>
            <a:ext cx="237744" cy="237744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52728" y="8385048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Teclados y paneles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52728" y="8823960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y tableros de estado.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lides_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36576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42416" y="713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9144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417320"/>
            <a:ext cx="5724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detalle que casi</a:t>
            </a:r>
            <a:endParaRPr lang="en-US" sz="31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1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menciona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606040"/>
            <a:ext cx="5724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ESP32, el 74HC595 va a 3.3 V — no a 5 V.</a:t>
            </a:r>
            <a:endParaRPr lang="en-US" sz="1600" dirty="0"/>
          </a:p>
        </p:txBody>
      </p:sp>
      <p:pic>
        <p:nvPicPr>
          <p:cNvPr id="7" name="Image 1" descr="/home/claude/slides_img/v-nive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566160"/>
            <a:ext cx="5669280" cy="38770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6928" y="7772400"/>
            <a:ext cx="5724144" cy="1463040"/>
          </a:xfrm>
          <a:prstGeom prst="roundRect">
            <a:avLst>
              <a:gd name="adj" fmla="val 5625"/>
            </a:avLst>
          </a:prstGeom>
          <a:solidFill>
            <a:srgbClr val="1A222A"/>
          </a:solidFill>
          <a:ln w="12700">
            <a:solidFill>
              <a:srgbClr val="3A262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77824" y="8019288"/>
            <a:ext cx="5102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3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 V el chip pide 3.5 V para leer un “1”, y el ESP32 solo da 3.3 V: funciona en la mesa y falla al calentar.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011680"/>
            <a:ext cx="57241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pines.</a:t>
            </a:r>
            <a:endParaRPr lang="en-US" sz="46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8, 16, 24</a:t>
            </a:r>
            <a:endParaRPr lang="en-US" sz="4600" dirty="0"/>
          </a:p>
          <a:p>
            <a:pPr algn="ctr"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salidas.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1581912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57400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32888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08376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83864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59352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0328" y="5257800"/>
            <a:ext cx="274320" cy="274320"/>
          </a:xfrm>
          <a:prstGeom prst="ellipse">
            <a:avLst/>
          </a:prstGeom>
          <a:solidFill>
            <a:srgbClr val="FF5C38"/>
          </a:solidFill>
          <a:ln w="12700">
            <a:solidFill>
              <a:srgbClr val="FF5C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5943600"/>
            <a:ext cx="5724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esquemáticos</a:t>
            </a:r>
            <a:endParaRPr lang="en-US" sz="1600" dirty="0"/>
          </a:p>
          <a:p>
            <a:pPr algn="ctr"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lista de materiales: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720840"/>
            <a:ext cx="5724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tostatronic.com</a:t>
            </a:r>
            <a:endParaRPr lang="en-US" sz="2800" dirty="0"/>
          </a:p>
        </p:txBody>
      </p:sp>
      <p:pic>
        <p:nvPicPr>
          <p:cNvPr id="13" name="Image 0" descr="/home/claude/slides_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7589520"/>
            <a:ext cx="2651760" cy="158191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66928" y="932688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Tostatronic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74HC595 — 8 salidas con 3 pines</dc:title>
  <dc:subject>PptxGenJS Presentation</dc:subject>
  <dc:creator>Ing. Jorge Alvarado — Tostatronic</dc:creator>
  <cp:lastModifiedBy>Ing. Jorge Alvarado — Tostatronic</cp:lastModifiedBy>
  <cp:revision>1</cp:revision>
  <dcterms:created xsi:type="dcterms:W3CDTF">2026-09-18T18:00:40Z</dcterms:created>
  <dcterms:modified xsi:type="dcterms:W3CDTF">2026-09-18T18:00:40Z</dcterms:modified>
</cp:coreProperties>
</file>