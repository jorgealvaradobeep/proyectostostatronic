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vamos a hablar del 74HC595: un chip que te deja controlar 8 salidas usando nada más 3 pines de tu microcontrolador.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LEDs se comen ocho pines. Y el ESP32 no tiene tantos libres como parece: varios están reservados para el arranque, para el flash interno o para el USB. En cuanto agregas una pantalla y un sensor, te quedaste sin 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 a paralelo: entra una fila de bits, salen ocho señales simultáneas. Es de las piezas más viejas y más usadas de la electrónica digital, y sigue costando centavos.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truco está en el latch: mientras cargas los bits las salidas no se mueven, así que no ves basura en los LEDs. Cuando terminas, un pulso de RCLK los muestra todos de golpe.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Conectas la salida QH prima de un chip a la entrada del siguiente y ya tienes 16. Otro más y son 24. Siempre con los mismos tres pines. Y eso libera los GPIO especiales del ESP32, que son los que de verdad necesitas para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Donde veas muchas salidas digitales que no necesitan cambiar rapidísimo, el 595 es la respuesta barata.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error que hace que la mitad de los tutoriales de internet tengan comentarios de gente diciendo que no les funciona. El HC595 trabaja de 2 a 6 volts, así que alimentarlo a 3.3 lo resuelve sin componentes extra. Si de verdad necesitas 5 volts, usa un 74HCT595, que tiene entradas 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completo para ESP32 y ESP32-S3, los esquemáticos y la lista de materiales están en el repositorio. Si te sirvió, déjamelo saber en los comentarios.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1828800" cy="10881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17830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74HC595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804672" y="2724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salidas con 3 pines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32004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chip que le devuelve los GPIO a tu ESP32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04672" y="3858768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24712" y="3858768"/>
            <a:ext cx="182880" cy="18288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44752" y="3858768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64792" y="3858768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84832" y="3858768"/>
            <a:ext cx="182880" cy="18288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04872" y="3858768"/>
            <a:ext cx="182880" cy="18288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24912" y="3858768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4952" y="3858768"/>
            <a:ext cx="182880" cy="18288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se te acaban los pines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LED que agregas es un GPIO menos para sensores, pantallas o comunicación.</a:t>
            </a:r>
            <a:endParaRPr lang="en-US" sz="1500" dirty="0"/>
          </a:p>
        </p:txBody>
      </p:sp>
      <p:pic>
        <p:nvPicPr>
          <p:cNvPr id="6" name="Image 1" descr="/home/claude/slides_img/g-probl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804672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74HC595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de desplazamiento de serie a paralelo.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mandas 8 bits uno por uno, en fila.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chip los guarda y los saca los 8 al mismo tiempo, cada uno por su propia patita.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menos de lo que cuesta un LED RGB.</a:t>
            </a:r>
            <a:endParaRPr lang="en-US" sz="1500" dirty="0"/>
          </a:p>
        </p:txBody>
      </p:sp>
      <p:pic>
        <p:nvPicPr>
          <p:cNvPr id="7" name="Image 1" descr="/home/claude/slides_img/g-blo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83080"/>
            <a:ext cx="4206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señales, y ya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manda el dato, SRCLK lo recorre, RCLK lo muestra.</a:t>
            </a:r>
            <a:endParaRPr lang="en-US" sz="1500" dirty="0"/>
          </a:p>
        </p:txBody>
      </p:sp>
      <p:pic>
        <p:nvPicPr>
          <p:cNvPr id="6" name="Image 1" descr="/home/claude/slides_img/g-sen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955280" cy="3374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lleva tan bien con el ESP32</a:t>
            </a:r>
            <a:endParaRPr lang="en-US" sz="3200" dirty="0"/>
          </a:p>
        </p:txBody>
      </p:sp>
      <p:pic>
        <p:nvPicPr>
          <p:cNvPr id="5" name="Image 1" descr="/home/claude/slides_img/g-casc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7008"/>
            <a:ext cx="7772400" cy="2788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sin costo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Encadenas chips y los 3 pines siguen siendo 3.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pines buenos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libres los ADC, touch, I2C y UART del ESP32.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se usa en la vida real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892808"/>
            <a:ext cx="201168" cy="201168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5568" y="1819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y cubos de LED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22037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8x8, 16x16 o un cubo 4x4x4 con dos o tres chips.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19472" y="1892808"/>
            <a:ext cx="201168" cy="20116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30368" y="1819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de 7 segmentos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230368" y="22037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dígito son 8 segmentos: un 595 por display.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" y="3465576"/>
            <a:ext cx="201168" cy="201168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15568" y="33924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Bancos de relevadores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37764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8 o 16 cargas desde 3 pines.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3172968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19472" y="3465576"/>
            <a:ext cx="201168" cy="201168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0368" y="33924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Teclados y paneles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37764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Botones, indicadores y tableros de estado.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310896"/>
            <a:ext cx="27432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73568" y="658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detalle que casi nadie menciona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ESP32, el 74HC595 va alimentado a 3.3 V — no a 5 V.</a:t>
            </a:r>
            <a:endParaRPr lang="en-US" sz="1500" dirty="0"/>
          </a:p>
        </p:txBody>
      </p:sp>
      <p:pic>
        <p:nvPicPr>
          <p:cNvPr id="6" name="Image 1" descr="/home/claude/slides_img/g-nive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7040880" cy="29077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V el chip pide 3.5 V para leer un “1”, y el ESP32 solo da 3.3 V: funciona en la mesa y falla al calentar.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71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pines.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 16, 24 salidas.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9718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completo, código y esquemáticos: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918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tostatronic.com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977640"/>
            <a:ext cx="182880" cy="18288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pic>
        <p:nvPicPr>
          <p:cNvPr id="13" name="Image 0" descr="/home/claude/slides_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1828800" cy="108813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7240" y="4480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74HC595 — 8 salidas con 3 pines</dc:title>
  <dc:subject>PptxGenJS Presentation</dc:subject>
  <dc:creator>Tostatronic</dc:creator>
  <cp:lastModifiedBy>Tostatronic</cp:lastModifiedBy>
  <cp:revision>1</cp:revision>
  <dcterms:created xsi:type="dcterms:W3CDTF">2026-09-18T18:00:40Z</dcterms:created>
  <dcterms:modified xsi:type="dcterms:W3CDTF">2026-09-18T18:00:40Z</dcterms:modified>
</cp:coreProperties>
</file>